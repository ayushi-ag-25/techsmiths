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30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60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182880"/>
            <a:ext cx="3840480" cy="3840480"/>
          </a:xfrm>
          <a:prstGeom prst="ellipse">
            <a:avLst/>
          </a:prstGeom>
          <a:solidFill>
            <a:srgbClr val="00B896">
              <a:alpha val="8000"/>
            </a:srgbClr>
          </a:solidFill>
          <a:ln w="19050">
            <a:solidFill>
              <a:srgbClr val="00B89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91440"/>
            <a:ext cx="3017520" cy="3017520"/>
          </a:xfrm>
          <a:prstGeom prst="ellipse">
            <a:avLst/>
          </a:prstGeom>
          <a:solidFill>
            <a:srgbClr val="00B896">
              <a:alpha val="6000"/>
            </a:srgbClr>
          </a:solidFill>
          <a:ln w="12700">
            <a:solidFill>
              <a:srgbClr val="00B89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65760"/>
            <a:ext cx="2194560" cy="2194560"/>
          </a:xfrm>
          <a:prstGeom prst="ellipse">
            <a:avLst/>
          </a:prstGeom>
          <a:solidFill>
            <a:srgbClr val="00B896">
              <a:alpha val="12000"/>
            </a:srgbClr>
          </a:solidFill>
          <a:ln w="12700">
            <a:solidFill>
              <a:srgbClr val="00B896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46304"/>
            <a:ext cx="1682496" cy="283464"/>
          </a:xfrm>
          <a:prstGeom prst="roundRect">
            <a:avLst>
              <a:gd name="adj" fmla="val 16129"/>
            </a:avLst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46304"/>
            <a:ext cx="16824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80F"/>
                </a:solidFill>
              </a:rPr>
              <a:t>HACKATHON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34747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PyClima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228600" y="115214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0" b="1" dirty="0">
                <a:solidFill>
                  <a:srgbClr val="00B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Explorer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228600" y="202996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A9BB0"/>
                </a:solidFill>
              </a:rPr>
              <a:t>Turning climate data into stories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A9BB0"/>
                </a:solidFill>
              </a:rPr>
              <a:t>for researchers and the curious alike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81635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00B896">
              <a:alpha val="18000"/>
            </a:srgbClr>
          </a:solidFill>
          <a:ln w="15240">
            <a:solidFill>
              <a:srgbClr val="00B89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163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896"/>
                </a:solidFill>
              </a:rPr>
              <a:t>Team TechSmiths</a:t>
            </a:r>
            <a:r>
              <a:rPr lang="en-US" sz="950" dirty="0">
                <a:solidFill>
                  <a:srgbClr val="8A9BB0"/>
                </a:solidFill>
              </a:rPr>
              <a:t>  ·  Ayushi Agrawal  ·  Reshmi Yadav  ·  Jhalak Mittal  ·  Neha Malhotra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5204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00B896">
              <a:alpha val="22000"/>
            </a:srgbClr>
          </a:solidFill>
          <a:ln w="15240">
            <a:solidFill>
              <a:srgbClr val="00B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520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896"/>
                </a:solidFill>
              </a:rPr>
              <a:t>ERA5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25880" y="35204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3B8FE8">
              <a:alpha val="22000"/>
            </a:srgbClr>
          </a:solidFill>
          <a:ln w="15240">
            <a:solidFill>
              <a:srgbClr val="3B8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520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FE8"/>
                </a:solidFill>
              </a:rPr>
              <a:t>Streamlit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35204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0A500">
              <a:alpha val="22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3520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A500"/>
                </a:solidFill>
              </a:rPr>
              <a:t>Xarray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0440" y="3520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10647" y="35204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22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0325" y="3520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PyDeck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00B896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8972" y="265176"/>
            <a:ext cx="7219188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Climate Data Exists.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Nobody Can Access It.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2.5B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28600" y="23042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people affected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by climate change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444752"/>
            <a:ext cx="1828800" cy="1408176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444752"/>
            <a:ext cx="50292" cy="14081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27248" y="18288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locked in .nc files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27248" y="2066544"/>
            <a:ext cx="1627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ERA5 has 50+ years of global climate data — but requires Python expertise just to open. Invisible to 99% of the public.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0" y="1444752"/>
            <a:ext cx="1828800" cy="1408176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444752"/>
            <a:ext cx="50292" cy="14081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38928" y="18288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Tools built for experts only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38928" y="2066544"/>
            <a:ext cx="1627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MATLAB, CDO, NCO — command-line tools that take months to learn. No UI, no interactivity, no accessibility.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40880" y="1444752"/>
            <a:ext cx="1828800" cy="1408176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444752"/>
            <a:ext cx="50292" cy="1408176"/>
          </a:xfrm>
          <a:prstGeom prst="rect">
            <a:avLst/>
          </a:prstGeom>
          <a:solidFill>
            <a:srgbClr val="3B8FE8"/>
          </a:solidFill>
          <a:ln w="12700">
            <a:solidFill>
              <a:srgbClr val="3B8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50608" y="18288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 public access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2066544"/>
            <a:ext cx="1627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A person in Varanasi cannot answer "Is my city getting hotter?" without a computer science degree.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3017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896"/>
                </a:solidFill>
              </a:rPr>
              <a:t>&lt;1% can access raw scientific data. The other 99% are left behind.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438144"/>
            <a:ext cx="8686800" cy="621792"/>
          </a:xfrm>
          <a:prstGeom prst="rect">
            <a:avLst/>
          </a:prstGeom>
          <a:solidFill>
            <a:srgbClr val="00B896">
              <a:alpha val="12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38144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896"/>
                </a:solidFill>
              </a:rPr>
              <a:t>KEY INSIGHT: No existing tool combines ERA5 access + city search + AI explanation in a zero-install web UI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00B896"/>
                </a:solidFill>
              </a:rPr>
              <a:t>OUR 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69264" y="265176"/>
            <a:ext cx="7168896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02336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PyClimaExplorer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An interactive climate dashboard for everyone — researchers and the public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261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Global Heatmap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4475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World map coloured by temperature, loads in seconds. Slider to scrub 30 years.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" y="1920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City Search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1031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Type any city name → geopy finds lat/lon. Bounding-box validation prevents crashes.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860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30-Year Time Series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Click any city → instant line chart for temperature or precipitation 1990–2022.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" y="3236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2369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Compare Mode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41985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Side-by-side heatmaps for two different years with a locked colour scale.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" y="3895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38953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3D PyDeck Globe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07822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Rotate and zoom a real 3D globe. Column height = climate intensity.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1261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126187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Guided Story Mode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144475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3 real climate disasters — explained by Gemini AI in plain English.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1920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1920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Forecast to 2100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1031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Polynomial regression on every pixel → project future global conditions year-by-year.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🏙️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74920" y="25786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City 2050 Risk Assessment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27614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Fan chart to 2050 + confidence band + Gemini AI risk summary for any city.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9160" y="3236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🎙️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74920" y="32369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Voice Narrator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341985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Browser TTS reads the climate story aloud — Play / Pause / Speed controls.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3895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74920" y="38953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Adaptation Suggestions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407822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Rule-based city advice cards: what to build, plant or change based on the trend.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00B896"/>
                </a:solidFill>
              </a:rPr>
              <a:t>APP ARCHITECTURE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70432" y="265176"/>
            <a:ext cx="6967728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023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From Raw .nc File to Interactive Insight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6809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</a:rPr>
              <a:t>Every step connected — data handling completely separated from visualisation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86868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50292" cy="621792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22529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B896"/>
                </a:solidFill>
              </a:rPr>
              <a:t>DATA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444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ERA5 NetCDF / User Upload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3350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A9BB0"/>
                </a:solidFill>
              </a:rPr>
              <a:t>Xarray · NetCDF4 · NumPy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792224"/>
            <a:ext cx="0" cy="146304"/>
          </a:xfrm>
          <a:prstGeom prst="line">
            <a:avLst/>
          </a:prstGeom>
          <a:noFill/>
          <a:ln w="19050">
            <a:solidFill>
              <a:srgbClr val="00B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288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896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938528"/>
            <a:ext cx="86868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938528"/>
            <a:ext cx="50292" cy="621792"/>
          </a:xfrm>
          <a:prstGeom prst="rect">
            <a:avLst/>
          </a:prstGeom>
          <a:solidFill>
            <a:srgbClr val="3B8FE8"/>
          </a:solidFill>
          <a:ln w="12700">
            <a:solidFill>
              <a:srgbClr val="3B8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933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199339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B8FE8"/>
                </a:solidFill>
              </a:rPr>
              <a:t>PROCESSING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212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Variables · Geocoding · ML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A9BB0"/>
                </a:solidFill>
              </a:rPr>
              <a:t>Pandas · geopy · Polynomial Regression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2560320"/>
            <a:ext cx="0" cy="146304"/>
          </a:xfrm>
          <a:prstGeom prst="line">
            <a:avLst/>
          </a:prstGeom>
          <a:noFill/>
          <a:ln w="19050">
            <a:solidFill>
              <a:srgbClr val="00B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59689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896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2706624"/>
            <a:ext cx="86868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706624"/>
            <a:ext cx="50292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6148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27614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0A500"/>
                </a:solidFill>
              </a:rPr>
              <a:t>VISUALISATION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2980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Heatmaps · Time Series · 3D Globe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8712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A9BB0"/>
                </a:solidFill>
              </a:rPr>
              <a:t>Plotly · PyDeck · Matplotlib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26280" y="3328416"/>
            <a:ext cx="0" cy="146304"/>
          </a:xfrm>
          <a:prstGeom prst="line">
            <a:avLst/>
          </a:prstGeom>
          <a:noFill/>
          <a:ln w="19050">
            <a:solidFill>
              <a:srgbClr val="00B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36499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896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3474720"/>
            <a:ext cx="86868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474720"/>
            <a:ext cx="50292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529584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35295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A78BFA"/>
                </a:solidFill>
              </a:rPr>
              <a:t>PRESENTATION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" y="3749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Web Dashboard · Voice · AI Stories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639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A9BB0"/>
                </a:solidFill>
              </a:rPr>
              <a:t>Streamlit · Gemini AI · Browser TTS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00B896"/>
                </a:solidFill>
              </a:rPr>
              <a:t>USER JOURNEY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69264" y="265176"/>
            <a:ext cx="7168896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023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by Step — Nothing Requires Technical Knowledge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2011680" cy="36576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329184" cy="329184"/>
          </a:xfrm>
          <a:prstGeom prst="ellipse">
            <a:avLst/>
          </a:prstGeom>
          <a:solidFill>
            <a:srgbClr val="00B896">
              <a:alpha val="20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51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96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" y="105156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 .nc 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7282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Drag &amp; drop ERA5 or any NetCDF dataset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240280" y="15819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23160" y="960120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960120"/>
            <a:ext cx="2011680" cy="36576"/>
          </a:xfrm>
          <a:prstGeom prst="rect">
            <a:avLst/>
          </a:prstGeom>
          <a:solidFill>
            <a:srgbClr val="3B8FE8"/>
          </a:solidFill>
          <a:ln w="12700">
            <a:solidFill>
              <a:srgbClr val="3B8F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051560"/>
            <a:ext cx="329184" cy="329184"/>
          </a:xfrm>
          <a:prstGeom prst="ellipse">
            <a:avLst/>
          </a:prstGeom>
          <a:solidFill>
            <a:srgbClr val="3B8FE8">
              <a:alpha val="20000"/>
            </a:srgbClr>
          </a:solidFill>
          <a:ln w="12700">
            <a:solidFill>
              <a:srgbClr val="3B8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051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FE8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35224" y="105156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146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Pick Variable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17282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Dropdown auto-filled: temp / precip / wind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434840" y="15819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960120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960120"/>
            <a:ext cx="2011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051560"/>
            <a:ext cx="329184" cy="329184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051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9784" y="105156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91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Heatmap Loads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17282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World map coloured by temp — first slice instant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629400" y="15819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2280" y="960120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960120"/>
            <a:ext cx="20116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1051560"/>
            <a:ext cx="329184" cy="329184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051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24344" y="105156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037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Drag Time Slider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17282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Watch 30 years of climate change with one finger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28600" y="2624328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2624328"/>
            <a:ext cx="201168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715768"/>
            <a:ext cx="329184" cy="329184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715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" y="271576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2004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 City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" y="33924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Type 'Varanasi' — geopy finds lat/lon via OSM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2240280" y="3246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423160" y="2624328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23160" y="2624328"/>
            <a:ext cx="2011680" cy="36576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14600" y="2715768"/>
            <a:ext cx="329184" cy="329184"/>
          </a:xfrm>
          <a:prstGeom prst="ellipse">
            <a:avLst/>
          </a:prstGeom>
          <a:solidFill>
            <a:srgbClr val="00B896">
              <a:alpha val="20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2715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96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935224" y="271576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251460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 Series Loads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514600" y="33924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30-yr history for that city — instant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4434840" y="3246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17720" y="2624328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7720" y="2624328"/>
            <a:ext cx="2011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2715768"/>
            <a:ext cx="329184" cy="329184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715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★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29784" y="271576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470916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Story Mode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09160" y="33924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Real temp values → Gemini AI → plain-English story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629400" y="3246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</a:rPr>
              <a:t>▶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12280" y="2624328"/>
            <a:ext cx="20116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12280" y="2624328"/>
            <a:ext cx="20116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2715768"/>
            <a:ext cx="329184" cy="329184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03720" y="2715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🔮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324344" y="271576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90372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2050 Forecast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03720" y="33924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20" dirty="0">
                <a:solidFill>
                  <a:srgbClr val="8A9BB0"/>
                </a:solidFill>
              </a:rPr>
              <a:t>ML polynomial regression → fan chart + risk assessment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NEW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00B896"/>
                </a:solidFill>
              </a:rPr>
              <a:t>🔮  FORECAST MODE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20724" y="265176"/>
            <a:ext cx="6917436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0233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Climate Projection to 2100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78638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</a:rPr>
              <a:t>Polynomial regression on every grid pixel — project global &amp; city-level climate conditions year by 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33856"/>
            <a:ext cx="4114800" cy="24871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33856"/>
            <a:ext cx="4114800" cy="36576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188720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6"/>
                </a:solidFill>
              </a:rPr>
              <a:t>🌍  Global Pixel-wise Forecast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499616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Trains 10,512 regression models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  (one per grid cell — 73×144 grid)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Supports Linear &amp; Polynomial (deg 2)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Target year slider: 2030 → 2100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Shows projected global mean + Δ vs baseline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F4444"/>
                </a:solidFill>
              </a:rPr>
              <a:t>• 🚨 Top-3 Extreme Risk Regions highlighted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688336"/>
            <a:ext cx="36576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157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9BB0"/>
                </a:solidFill>
              </a:rPr>
              <a:t>Global Avg Projection — Historical (blue) + Forecast (red dotted)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5720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46120"/>
            <a:ext cx="45720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200400"/>
            <a:ext cx="45720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3154680"/>
            <a:ext cx="45720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3127248"/>
            <a:ext cx="45720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3090672"/>
            <a:ext cx="45720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063240"/>
            <a:ext cx="411480" cy="0"/>
          </a:xfrm>
          <a:prstGeom prst="line">
            <a:avLst/>
          </a:prstGeom>
          <a:noFill/>
          <a:ln w="25400">
            <a:solidFill>
              <a:srgbClr val="3B8F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035808"/>
            <a:ext cx="2286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749040" y="2990088"/>
            <a:ext cx="201168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017520" y="27432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EF4444"/>
                </a:solidFill>
              </a:rPr>
              <a:t>+1.8°C by 2050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0" y="1133856"/>
            <a:ext cx="4343400" cy="24871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133856"/>
            <a:ext cx="4343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🏙️  City-Level 2050 Risk Assessment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1499616"/>
            <a:ext cx="4114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Fan chart to 2050 with 95% confidence band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• Polynomial regression + expanding CI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12-month rolling average for historical line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• Gemini AI generates 3-bullet risk summary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DE80"/>
                </a:solidFill>
              </a:rPr>
              <a:t>• 🌱 Rule-based adaptation suggestions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  (no API key needed — works offline)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2688336"/>
            <a:ext cx="41148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71576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9BB0"/>
                </a:solidFill>
              </a:rPr>
              <a:t>City Polynomial Forecast to 2050 — Historical + Fan band + Projection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00016" y="3310128"/>
            <a:ext cx="457200" cy="0"/>
          </a:xfrm>
          <a:prstGeom prst="line">
            <a:avLst/>
          </a:prstGeom>
          <a:noFill/>
          <a:ln w="19050">
            <a:solidFill>
              <a:srgbClr val="3B8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57216" y="3246120"/>
            <a:ext cx="457200" cy="27432"/>
          </a:xfrm>
          <a:prstGeom prst="line">
            <a:avLst/>
          </a:prstGeom>
          <a:noFill/>
          <a:ln w="19050">
            <a:solidFill>
              <a:srgbClr val="3B8F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14416" y="3273552"/>
            <a:ext cx="457200" cy="0"/>
          </a:xfrm>
          <a:prstGeom prst="line">
            <a:avLst/>
          </a:prstGeom>
          <a:noFill/>
          <a:ln w="19050">
            <a:solidFill>
              <a:srgbClr val="3B8F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71616" y="3200400"/>
            <a:ext cx="457200" cy="0"/>
          </a:xfrm>
          <a:prstGeom prst="line">
            <a:avLst/>
          </a:prstGeom>
          <a:noFill/>
          <a:ln w="19050">
            <a:solidFill>
              <a:srgbClr val="3B8F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8816" y="3163824"/>
            <a:ext cx="457200" cy="0"/>
          </a:xfrm>
          <a:prstGeom prst="line">
            <a:avLst/>
          </a:prstGeom>
          <a:noFill/>
          <a:ln w="19050">
            <a:solidFill>
              <a:srgbClr val="3B8F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86016" y="3145536"/>
            <a:ext cx="237744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223760" y="3108960"/>
            <a:ext cx="219456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443216" y="3063240"/>
            <a:ext cx="237744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680960" y="3017520"/>
            <a:ext cx="219456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900416" y="2962656"/>
            <a:ext cx="329184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786384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EF4444"/>
                </a:solidFill>
              </a:rPr>
              <a:t>2050: +2.1°C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8600" y="3749040"/>
            <a:ext cx="27432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749040"/>
            <a:ext cx="50292" cy="65836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378561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10,512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38328" y="413308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8A9BB0"/>
                </a:solidFill>
              </a:rPr>
              <a:t>PIXEL MODELS TRAINED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0" y="3749040"/>
            <a:ext cx="27432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3749040"/>
            <a:ext cx="50292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378561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2030–2100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310128" y="413308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8A9BB0"/>
                </a:solidFill>
              </a:rPr>
              <a:t>TARGET YEAR RANGE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5603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3749040"/>
            <a:ext cx="5029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378561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 CI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281928" y="413308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8A9BB0"/>
                </a:solidFill>
              </a:rPr>
              <a:t>CONFIDENCE BAND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00B896"/>
                </a:solidFill>
              </a:rPr>
              <a:t>FEATURES &amp; TECH STACK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421892" y="265176"/>
            <a:ext cx="6716268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0233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Everything We Built in 24 Hours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0B896"/>
                </a:solidFill>
              </a:rPr>
              <a:t>FEATURES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12070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2435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Interactive global heatmap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84448" y="1252728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0B896">
              <a:alpha val="20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25272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896"/>
                </a:solidFill>
              </a:rPr>
              <a:t>CORE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6032" y="1536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157276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City search with autocomplete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1581912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0B896">
              <a:alpha val="20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5819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896"/>
                </a:solidFill>
              </a:rPr>
              <a:t>CORE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6032" y="186537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19019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Time series with 30-yr history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84448" y="1911096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0B896">
              <a:alpha val="20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1911096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896"/>
                </a:solidFill>
              </a:rPr>
              <a:t>CORE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6032" y="219456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" y="22311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Compare mode — two years locked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84448" y="224028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0B896">
              <a:alpha val="20000"/>
            </a:srgbClr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24028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896"/>
                </a:solidFill>
              </a:rPr>
              <a:t>CORE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6032" y="252374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25603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3D PyDeck globe render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84448" y="2569464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56946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</a:rPr>
              <a:t>BONUS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56032" y="28529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" y="28895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Guided story mode (3 events)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84448" y="2898648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289864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</a:rPr>
              <a:t>BONUS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6032" y="318211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" y="32186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ML forecast to 2100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84448" y="3227832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32278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</a:rPr>
              <a:t>BONUS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6032" y="351129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🏙️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" y="35478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City 2050 risk assessment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584448" y="3557016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3557016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</a:rPr>
              <a:t>BONUS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6032" y="38404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🎙️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1792" y="38770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Voice narrator (TTS)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584448" y="38862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84448" y="38862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78BFA"/>
                </a:solidFill>
              </a:rPr>
              <a:t>BONUS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56032" y="41696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🌱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1792" y="42062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Adaptation suggestions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584448" y="4215384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84448" y="421538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</a:rPr>
              <a:t>BONUS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17720" y="914400"/>
            <a:ext cx="0" cy="356616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9144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0B896"/>
                </a:solidFill>
              </a:rPr>
              <a:t>TECH STACK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1207008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1207008"/>
            <a:ext cx="50292" cy="27432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12344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Streamlit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0" y="12344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Web interface &amp; dashboard UI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00600" y="1536192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1536192"/>
            <a:ext cx="50292" cy="274320"/>
          </a:xfrm>
          <a:prstGeom prst="rect">
            <a:avLst/>
          </a:prstGeom>
          <a:solidFill>
            <a:srgbClr val="3B8FE8"/>
          </a:solidFill>
          <a:ln w="12700">
            <a:solidFill>
              <a:srgbClr val="3B8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15636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Xarray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00800" y="15636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NetCDF data loading &amp; operations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00600" y="1865376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1865376"/>
            <a:ext cx="50292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18928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NumPy/Pandas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00800" y="18928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Data processing &amp; time handling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00600" y="2194560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2194560"/>
            <a:ext cx="50292" cy="274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9472" y="22219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Plotly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00800" y="22219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Interactive heatmaps &amp; charts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00600" y="2523744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00600" y="2523744"/>
            <a:ext cx="50292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19472" y="25511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PyDeck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400800" y="25511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3D globe WebGL rendering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00600" y="2852928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2852928"/>
            <a:ext cx="50292" cy="27432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9472" y="28803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geopy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400800" y="28803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City name → coordinates (OSM)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00600" y="3182112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00600" y="3182112"/>
            <a:ext cx="50292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19472" y="32095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Gemini AI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400800" y="32095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Story narration &amp; risk summaries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00600" y="3511296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0600" y="3511296"/>
            <a:ext cx="50292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19472" y="35387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Sklearn/NumPy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400800" y="35387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Polynomial ML regression engine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00600" y="3840480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00600" y="3840480"/>
            <a:ext cx="50292" cy="274320"/>
          </a:xfrm>
          <a:prstGeom prst="rect">
            <a:avLst/>
          </a:prstGeom>
          <a:solidFill>
            <a:srgbClr val="3B8FE8"/>
          </a:solidFill>
          <a:ln w="12700">
            <a:solidFill>
              <a:srgbClr val="3B8F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19472" y="38679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ERA5 (ECMWF)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400800" y="38679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50+ years of global reanalysis data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800600" y="4169664"/>
            <a:ext cx="41148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00600" y="4169664"/>
            <a:ext cx="50292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19472" y="41970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Browser TTS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6400800" y="419709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</a:rPr>
              <a:t>Web Speech API voice narrator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274320"/>
            <a:ext cx="4389120" cy="4389120"/>
          </a:xfrm>
          <a:prstGeom prst="ellipse">
            <a:avLst/>
          </a:prstGeom>
          <a:solidFill>
            <a:srgbClr val="00B896">
              <a:alpha val="7000"/>
            </a:srgbClr>
          </a:solidFill>
          <a:ln w="19050">
            <a:solidFill>
              <a:srgbClr val="00B89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91440"/>
            <a:ext cx="3291840" cy="3291840"/>
          </a:xfrm>
          <a:prstGeom prst="ellipse">
            <a:avLst/>
          </a:prstGeom>
          <a:solidFill>
            <a:srgbClr val="00B896">
              <a:alpha val="6000"/>
            </a:srgbClr>
          </a:solidFill>
          <a:ln w="12700">
            <a:solidFill>
              <a:srgbClr val="00B89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457200"/>
            <a:ext cx="2194560" cy="2194560"/>
          </a:xfrm>
          <a:prstGeom prst="ellipse">
            <a:avLst/>
          </a:prstGeom>
          <a:solidFill>
            <a:srgbClr val="00B896">
              <a:alpha val="11000"/>
            </a:srgbClr>
          </a:solidFill>
          <a:ln w="12700">
            <a:solidFill>
              <a:srgbClr val="00B896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46304"/>
            <a:ext cx="1682496" cy="283464"/>
          </a:xfrm>
          <a:prstGeom prst="roundRect">
            <a:avLst>
              <a:gd name="adj" fmla="val 16129"/>
            </a:avLst>
          </a:prstGeom>
          <a:solidFill>
            <a:srgbClr val="00B896"/>
          </a:solidFill>
          <a:ln w="12700">
            <a:solidFill>
              <a:srgbClr val="00B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46304"/>
            <a:ext cx="16824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80F"/>
                </a:solidFill>
              </a:rPr>
              <a:t>HACKATHON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34747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228600" y="113385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0" b="1" dirty="0">
                <a:solidFill>
                  <a:srgbClr val="00B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You!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22860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8A9BB0"/>
                </a:solidFill>
              </a:rPr>
              <a:t>Turning climate data into stories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8A9BB0"/>
                </a:solidFill>
              </a:rPr>
              <a:t>for researchers and the curious alike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706624"/>
            <a:ext cx="4754880" cy="566928"/>
          </a:xfrm>
          <a:prstGeom prst="rect">
            <a:avLst/>
          </a:prstGeom>
          <a:solidFill>
            <a:srgbClr val="00B896">
              <a:alpha val="18000"/>
            </a:srgbClr>
          </a:solidFill>
          <a:ln w="15240">
            <a:solidFill>
              <a:srgbClr val="00B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0662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896"/>
                </a:solidFill>
              </a:rPr>
              <a:t>Team TechSmiths  —  IIT(BHU) Varanasi
</a:t>
            </a:r>
            <a:r>
              <a:rPr lang="en-US" sz="950" dirty="0">
                <a:solidFill>
                  <a:srgbClr val="8A9BB0"/>
                </a:solidFill>
              </a:rPr>
              <a:t>Ayushi Agrawal  ·  Reshmi Yadav  ·  Jhalak Mittal  ·  Neha Malhotra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419856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3B8FE8">
              <a:alpha val="18000"/>
            </a:srgbClr>
          </a:solidFill>
          <a:ln w="15240">
            <a:solidFill>
              <a:srgbClr val="3B8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198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FE8"/>
                </a:solidFill>
              </a:rPr>
              <a:t>🔗  github.com/techsmiths/pyclimaexplorer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38221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00B896">
              <a:alpha val="22000"/>
            </a:srgbClr>
          </a:solidFill>
          <a:ln w="15240">
            <a:solidFill>
              <a:srgbClr val="00B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822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896"/>
                </a:solidFill>
              </a:rPr>
              <a:t>ERA5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25880" y="38221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3B8FE8">
              <a:alpha val="22000"/>
            </a:srgbClr>
          </a:solidFill>
          <a:ln w="15240">
            <a:solidFill>
              <a:srgbClr val="3B8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822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FE8"/>
                </a:solidFill>
              </a:rPr>
              <a:t>Streamlit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38221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A78BFA">
              <a:alpha val="22000"/>
            </a:srgbClr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3822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</a:rPr>
              <a:t>Claude AI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20440" y="38221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0A500">
              <a:alpha val="22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822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A500"/>
                </a:solidFill>
              </a:rPr>
              <a:t>Gemini AI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38221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22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822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PyDeck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773168"/>
            <a:ext cx="9144000" cy="29261"/>
          </a:xfrm>
          <a:prstGeom prst="rect">
            <a:avLst/>
          </a:prstGeom>
          <a:solidFill>
            <a:srgbClr val="00B896">
              <a:alpha val="60000"/>
            </a:srgbClr>
          </a:solidFill>
          <a:ln w="12700">
            <a:solidFill>
              <a:srgbClr val="00B89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914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PyClimaExplorer  ·  TechSmiths  ·  IIT(BHU) Varanasi  |  March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7914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896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1076</Words>
  <Application>Microsoft Office PowerPoint</Application>
  <PresentationFormat>On-screen Show (16:9)</PresentationFormat>
  <Paragraphs>240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PyClimaExplorer — TechSmiths</dc:title>
  <dc:subject>PptxGenJS Presentation</dc:subject>
  <dc:creator>PptxGenJS</dc:creator>
  <cp:lastModifiedBy>Ayushi Agrawal</cp:lastModifiedBy>
  <cp:revision>2</cp:revision>
  <dcterms:created xsi:type="dcterms:W3CDTF">2026-03-15T01:51:15Z</dcterms:created>
  <dcterms:modified xsi:type="dcterms:W3CDTF">2026-03-15T03:19:57Z</dcterms:modified>
</cp:coreProperties>
</file>